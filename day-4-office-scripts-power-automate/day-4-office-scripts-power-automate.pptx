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455" r:id="rId3"/>
    <p:sldId id="471" r:id="rId4"/>
    <p:sldId id="474" r:id="rId5"/>
    <p:sldId id="407" r:id="rId6"/>
    <p:sldId id="472" r:id="rId7"/>
    <p:sldId id="473" r:id="rId8"/>
    <p:sldId id="415" r:id="rId9"/>
    <p:sldId id="470" r:id="rId10"/>
  </p:sldIdLst>
  <p:sldSz cx="18288000" cy="10287000"/>
  <p:notesSz cx="68580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59" y="4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2: Power BI and Dataverse – The Foundation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65A1F1-433D-842C-ED33-95F0AF974DBB}"/>
              </a:ext>
            </a:extLst>
          </p:cNvPr>
          <p:cNvSpPr/>
          <p:nvPr/>
        </p:nvSpPr>
        <p:spPr>
          <a:xfrm>
            <a:off x="8763000" y="6286500"/>
            <a:ext cx="8991600" cy="1524000"/>
          </a:xfrm>
          <a:prstGeom prst="rect">
            <a:avLst/>
          </a:prstGeom>
          <a:noFill/>
          <a:ln w="76200">
            <a:solidFill>
              <a:srgbClr val="CF33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778E5-4EE9-9207-6FC7-3D28CF238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81603C7-76CD-A76B-F955-68F3329D8967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4214C-EACA-355D-FAEB-44DBEAE3040B}"/>
              </a:ext>
            </a:extLst>
          </p:cNvPr>
          <p:cNvSpPr txBox="1"/>
          <p:nvPr/>
        </p:nvSpPr>
        <p:spPr>
          <a:xfrm>
            <a:off x="520861" y="2095500"/>
            <a:ext cx="14393120" cy="757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depends on clean, governed, trusted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Cloud connected Excel gives Copilot real context and structure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Semantic models teach AI the meaning of your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Dataverse provides consistent tables and relationships AI can use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Better data foundations mean better prompts, better answers, fewer errors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959BD9D-5738-BA78-737D-3115164D42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88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0" y="329879"/>
            <a:ext cx="9416969" cy="8986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Demo: Clean in Excel, scale to the cloud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Query in Excel to clean and shape the Superstore dataset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Publish the same transformation logic to a Dataflow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Apply that logic to enterprise Dataverse tables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one transformation can serve every workflow across the Power Platform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Workbook: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wholesale-customers.xlsx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needs consistent, well defined tables, not one off cleanup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Dataflows give Copilot Studio reliable inputs for reasoning and actions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You cannot build strong copilots without strong data foundations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67003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atin typeface="Aliens &amp; cows" panose="00000500000000000000" pitchFamily="2" charset="0"/>
              </a:rPr>
              <a:t>Day 3 preview: The intelligence layer with Excel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inside Excel to create formulas, charts, and insights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Run Python for analytics, modeling,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See how Agent Mode handles multi step analytical tasks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endParaRPr lang="en-US" sz="5400" dirty="0">
              <a:solidFill>
                <a:srgbClr val="707070"/>
              </a:solidFill>
              <a:latin typeface="Pragmatica" panose="020B0403040502020204" pitchFamily="34" charset="0"/>
            </a:endParaRP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3879</TotalTime>
  <Words>266</Words>
  <Application>Microsoft Office PowerPoint</Application>
  <PresentationFormat>Custom</PresentationFormat>
  <Paragraphs>35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Aliens &amp; cows</vt:lpstr>
      <vt:lpstr>Calibri</vt:lpstr>
      <vt:lpstr>Pragmatica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234</cp:revision>
  <dcterms:created xsi:type="dcterms:W3CDTF">2006-08-16T00:00:00Z</dcterms:created>
  <dcterms:modified xsi:type="dcterms:W3CDTF">2025-11-20T00:05:22Z</dcterms:modified>
  <dc:identifier>DADurESpNu8</dc:identifier>
</cp:coreProperties>
</file>