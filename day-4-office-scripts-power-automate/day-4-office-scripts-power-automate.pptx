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455" r:id="rId3"/>
    <p:sldId id="474" r:id="rId4"/>
    <p:sldId id="471" r:id="rId5"/>
    <p:sldId id="407" r:id="rId6"/>
    <p:sldId id="472" r:id="rId7"/>
    <p:sldId id="473" r:id="rId8"/>
    <p:sldId id="451" r:id="rId9"/>
    <p:sldId id="452" r:id="rId10"/>
    <p:sldId id="445" r:id="rId11"/>
    <p:sldId id="415" r:id="rId12"/>
    <p:sldId id="470" r:id="rId13"/>
  </p:sldIdLst>
  <p:sldSz cx="18288000" cy="10287000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E45DF-55D5-405D-A565-885B46CD6B1C}" v="18" dt="2025-10-20T17:24:06.950"/>
    <p1510:client id="{FF0EED0B-C5B4-4142-B053-6337C3D566F0}" v="5" dt="2025-10-20T16:58:00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78463" autoAdjust="0"/>
  </p:normalViewPr>
  <p:slideViewPr>
    <p:cSldViewPr>
      <p:cViewPr varScale="1">
        <p:scale>
          <a:sx n="43" d="100"/>
          <a:sy n="43" d="100"/>
        </p:scale>
        <p:origin x="219" y="2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45E6-CE7E-2487-A482-590748D5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65A5-C4C5-B4A3-E708-957B84B00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AD896-08FE-5715-6C86-75CB24BC7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0BFCF-D905-022B-788E-7C8BB191D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4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D0BB0-C27F-4394-84BC-879603FE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3BEAE-D2CD-A88A-3703-056E92BB0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D8528-51B2-8AAF-A9AB-FE9AD8BC6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C92-7067-3C07-DF64-C45CF1BBC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44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3F2FE-DC3D-7A1A-4ACD-14EA94BE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0B78E-1964-06AA-D0C2-ADA2C8DBD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7BBC2-4126-39AC-7EAC-8183927C6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5E90F-7E93-3536-F365-576D07409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3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ringfestanalytics.com/how-to-understand-the-modern-excel-ai-stack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AI for Excel in a Week</a:t>
            </a:r>
          </a:p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Day 4: Office Scripts and Power Automate – The Execution Layer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6CCAA77C-4E76-640C-066C-F3E39EE1A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697A-2DDC-AD06-0D5F-524946CC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E25D70B-1F78-7AF8-4771-7B64B436CB0F}"/>
              </a:ext>
            </a:extLst>
          </p:cNvPr>
          <p:cNvSpPr txBox="1"/>
          <p:nvPr/>
        </p:nvSpPr>
        <p:spPr>
          <a:xfrm>
            <a:off x="520861" y="170082"/>
            <a:ext cx="146429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Class logistics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5976A-E96C-DF78-2D1D-42CD64D3E69F}"/>
              </a:ext>
            </a:extLst>
          </p:cNvPr>
          <p:cNvSpPr txBox="1"/>
          <p:nvPr/>
        </p:nvSpPr>
        <p:spPr>
          <a:xfrm>
            <a:off x="520861" y="3191948"/>
            <a:ext cx="14393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All recordings, files used and communication will be on Teams channel</a:t>
            </a:r>
          </a:p>
          <a:p>
            <a:pPr marL="1143000" lvl="1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Be sure to use your email used to sign up for the course!</a:t>
            </a:r>
          </a:p>
          <a:p>
            <a:pPr marL="1143000" lvl="1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Email me with any questions: </a:t>
            </a:r>
            <a:r>
              <a:rPr lang="en-US" sz="5400" b="1" dirty="0">
                <a:solidFill>
                  <a:srgbClr val="707070"/>
                </a:solidFill>
                <a:latin typeface="Pragmatica" panose="020B0403040502020204" pitchFamily="34" charset="0"/>
              </a:rPr>
              <a:t>george@stringfestanalytics.com 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56BC9DC3-5856-1F48-F0BE-E6FB58953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8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778E5-4EE9-9207-6FC7-3D28CF23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81603C7-76CD-A76B-F955-68F3329D8967}"/>
              </a:ext>
            </a:extLst>
          </p:cNvPr>
          <p:cNvSpPr txBox="1"/>
          <p:nvPr/>
        </p:nvSpPr>
        <p:spPr>
          <a:xfrm>
            <a:off x="520861" y="170082"/>
            <a:ext cx="146429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Recap of Day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4214C-EACA-355D-FAEB-44DBEAE3040B}"/>
              </a:ext>
            </a:extLst>
          </p:cNvPr>
          <p:cNvSpPr txBox="1"/>
          <p:nvPr/>
        </p:nvSpPr>
        <p:spPr>
          <a:xfrm>
            <a:off x="520861" y="2095500"/>
            <a:ext cx="14393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Copilot for formulas, charts, and insights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Python for analysis and forecasting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Agent Mode for multi step tasks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Excel is now an intelligent workspace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But so what: how do you get data in, get results out, and connect it all?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6959BD9D-5738-BA78-737D-3115164D4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8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ACC5-4B11-2B34-2998-BB1C4FC9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DA2185A-0457-8E44-DEEB-D9AF5A6DD844}"/>
              </a:ext>
            </a:extLst>
          </p:cNvPr>
          <p:cNvSpPr txBox="1"/>
          <p:nvPr/>
        </p:nvSpPr>
        <p:spPr>
          <a:xfrm>
            <a:off x="520861" y="170082"/>
            <a:ext cx="67943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Welcome to the modern Excel AI stack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B40CB128-54BB-AAD9-5F61-2143EA93C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AB6FFB-7FD0-7057-BC27-8C4B01CE34D2}"/>
              </a:ext>
            </a:extLst>
          </p:cNvPr>
          <p:cNvSpPr txBox="1"/>
          <p:nvPr/>
        </p:nvSpPr>
        <p:spPr>
          <a:xfrm>
            <a:off x="228600" y="8267700"/>
            <a:ext cx="6400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3"/>
              </a:rPr>
              <a:t>https://stringfestanalytics.com/how-to-understand-the-modern-excel-ai-stack/</a:t>
            </a:r>
            <a:r>
              <a:rPr lang="en-US" sz="32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87183-BF8B-3C89-D59E-109566F38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0"/>
            <a:ext cx="10287000" cy="10287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65A1F1-433D-842C-ED33-95F0AF974DBB}"/>
              </a:ext>
            </a:extLst>
          </p:cNvPr>
          <p:cNvSpPr/>
          <p:nvPr/>
        </p:nvSpPr>
        <p:spPr>
          <a:xfrm>
            <a:off x="8839200" y="3467100"/>
            <a:ext cx="8610600" cy="1524000"/>
          </a:xfrm>
          <a:prstGeom prst="rect">
            <a:avLst/>
          </a:prstGeom>
          <a:noFill/>
          <a:ln w="76200">
            <a:solidFill>
              <a:srgbClr val="CF33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2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9416969" cy="8986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Demo: Clean in Excel, scale to the cloud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Query in Excel to clean and shape the Superstore dataset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Publish the same transformation logic to a Dataflow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Apply that logic to enterprise Dataverse tables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Show how one transformation can serve every workflow across the Power Platform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Workbook: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wholesale-customers.xlsx</a:t>
            </a:r>
          </a:p>
        </p:txBody>
      </p:sp>
    </p:spTree>
    <p:extLst>
      <p:ext uri="{BB962C8B-B14F-4D97-AF65-F5344CB8AC3E}">
        <p14:creationId xmlns:p14="http://schemas.microsoft.com/office/powerpoint/2010/main" val="3871531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E3AC-4FA3-83DA-F79F-26551AD8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F83F61-9347-B3FC-96FC-70DF3E10AC66}"/>
              </a:ext>
            </a:extLst>
          </p:cNvPr>
          <p:cNvSpPr txBox="1"/>
          <p:nvPr/>
        </p:nvSpPr>
        <p:spPr>
          <a:xfrm>
            <a:off x="520861" y="170082"/>
            <a:ext cx="146429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So what for AI?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3AEB3-4E11-C3D4-E894-27B00448C33C}"/>
              </a:ext>
            </a:extLst>
          </p:cNvPr>
          <p:cNvSpPr txBox="1"/>
          <p:nvPr/>
        </p:nvSpPr>
        <p:spPr>
          <a:xfrm>
            <a:off x="520861" y="2095500"/>
            <a:ext cx="14393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AI needs consistent, well defined tables, not one off cleanup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Dataflows give Copilot Studio reliable inputs for reasoning and actions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You cannot build strong copilots without strong data foundations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96DC29E9-117A-CF3F-ECBD-08964AD5B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7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8ECD-3650-0D5D-E084-2ADF9077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BF29A83-0331-0E10-824A-4833E4760B19}"/>
              </a:ext>
            </a:extLst>
          </p:cNvPr>
          <p:cNvSpPr txBox="1"/>
          <p:nvPr/>
        </p:nvSpPr>
        <p:spPr>
          <a:xfrm>
            <a:off x="520861" y="170082"/>
            <a:ext cx="167003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liens &amp; cows" panose="00000500000000000000" pitchFamily="2" charset="0"/>
              </a:rPr>
              <a:t>Day 3 preview: The intelligence layer with Excel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BFEA8-EC1E-D186-8530-6533D3345701}"/>
              </a:ext>
            </a:extLst>
          </p:cNvPr>
          <p:cNvSpPr txBox="1"/>
          <p:nvPr/>
        </p:nvSpPr>
        <p:spPr>
          <a:xfrm>
            <a:off x="520861" y="2095500"/>
            <a:ext cx="143931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Use Copilot inside Excel to create formulas, charts, and insights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Run Python for analytics, modeling, and forecasting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See how Agent Mode handles multi step analytical tasks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5400" dirty="0">
              <a:solidFill>
                <a:srgbClr val="707070"/>
              </a:solidFill>
              <a:latin typeface="Pragmatica" panose="020B0403040502020204" pitchFamily="34" charset="0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49376407-AE9F-CCBA-4232-9DA21ADE6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9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543C-FC2F-706C-0319-AF2E02C1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0E9BB0-DF62-7CD8-AD9E-9B07D47A3EA3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EAA4D7-8279-B257-6D3E-F96D319857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B1D248-3DA4-EF63-972E-3DC8117D97E9}"/>
              </a:ext>
            </a:extLst>
          </p:cNvPr>
          <p:cNvSpPr txBox="1"/>
          <p:nvPr/>
        </p:nvSpPr>
        <p:spPr>
          <a:xfrm>
            <a:off x="260431" y="329879"/>
            <a:ext cx="8906720" cy="7668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Office Scripts + Power Automate, part 1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Run a TOC updater script on schedule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Files: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power-automate-office-scripts.xlsx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add-toc.txt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</a:t>
            </a: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https://stringfestanalytics.com/how-to-get-started-with-power-automate-for-excel/</a:t>
            </a:r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27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59BA-0C2F-2749-8CB4-7E6DE874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54C4F1-8816-5B7C-5A36-487DF1D2DC2B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D33BFB-92A5-B8BE-BE2A-90100EC88B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60F8A7-E120-24F7-0163-56AAE5565745}"/>
              </a:ext>
            </a:extLst>
          </p:cNvPr>
          <p:cNvSpPr txBox="1"/>
          <p:nvPr/>
        </p:nvSpPr>
        <p:spPr>
          <a:xfrm>
            <a:off x="260431" y="329879"/>
            <a:ext cx="8906720" cy="908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Office Scripts + Power Automate, part 2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How can we apply the same script to multiple workbooks? 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conditional logic to validate filetype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Folder: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multiple-workbooks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</a:t>
            </a: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https://stringfestanalytics.com/how-to-run-an-office-script-on-all-excel-workbooks-in-a-folder-with-power-automate/</a:t>
            </a:r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664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2D92-E493-1DD9-72E6-ACC94BA7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6F4AE9-80A1-26DB-FCA0-2CF02A251A93}"/>
              </a:ext>
            </a:extLst>
          </p:cNvPr>
          <p:cNvSpPr/>
          <p:nvPr/>
        </p:nvSpPr>
        <p:spPr>
          <a:xfrm>
            <a:off x="12954000" y="0"/>
            <a:ext cx="5334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359C3C-F6DC-89F1-C2E6-400CCA8A16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B0DBF2-77D4-A760-CF57-E60E6CB7A501}"/>
              </a:ext>
            </a:extLst>
          </p:cNvPr>
          <p:cNvSpPr txBox="1"/>
          <p:nvPr/>
        </p:nvSpPr>
        <p:spPr>
          <a:xfrm>
            <a:off x="260430" y="329879"/>
            <a:ext cx="12464969" cy="550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Exercises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Folder: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pa-challenge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Task: Create a log in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file-log.xlsx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every time a workbook is uploaded to incoming-files folder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Trigger: When a file is created (properties only)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conditional logic for file type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Consider using Power </a:t>
            </a:r>
            <a:r>
              <a:rPr lang="en-US" sz="36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Fx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to format upload date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6928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CF9C-FC7D-DEAE-2D87-10577021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CBD8B9-A494-A7F7-0F64-845B951EC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63943A-3FAF-22B6-228E-4092BA65A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FCEBB5-9C7D-6182-700C-0428AD2DDE67}"/>
              </a:ext>
            </a:extLst>
          </p:cNvPr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THANK YOU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16E5F1F1-B220-BEC5-B5EA-499D494291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3904</TotalTime>
  <Words>409</Words>
  <Application>Microsoft Office PowerPoint</Application>
  <PresentationFormat>Custom</PresentationFormat>
  <Paragraphs>64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Aliens &amp; cows</vt:lpstr>
      <vt:lpstr>Calibri</vt:lpstr>
      <vt:lpstr>Pragmatica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235</cp:revision>
  <dcterms:created xsi:type="dcterms:W3CDTF">2006-08-16T00:00:00Z</dcterms:created>
  <dcterms:modified xsi:type="dcterms:W3CDTF">2025-11-20T01:35:43Z</dcterms:modified>
  <dc:identifier>DADurESpNu8</dc:identifier>
</cp:coreProperties>
</file>