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55" r:id="rId3"/>
    <p:sldId id="474" r:id="rId4"/>
    <p:sldId id="471" r:id="rId5"/>
    <p:sldId id="475" r:id="rId6"/>
    <p:sldId id="407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59" y="4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2: Power Query and Dataflows – The Preparation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778E5-4EE9-9207-6FC7-3D28CF238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81603C7-76CD-A76B-F955-68F3329D8967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Day 1 recap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4214C-EACA-355D-FAEB-44DBEAE3040B}"/>
              </a:ext>
            </a:extLst>
          </p:cNvPr>
          <p:cNvSpPr txBox="1"/>
          <p:nvPr/>
        </p:nvSpPr>
        <p:spPr>
          <a:xfrm>
            <a:off x="520861" y="2095500"/>
            <a:ext cx="1439312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Connected Excel to Power BI + Dataverse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Moved data Excel → Power BI →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Introduced semantic models for governed, shared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Showed why clean, cloud data = better AI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Explained how semantic models give AI context + meaning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959BD9D-5738-BA78-737D-3115164D42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88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65A1F1-433D-842C-ED33-95F0AF974DBB}"/>
              </a:ext>
            </a:extLst>
          </p:cNvPr>
          <p:cNvSpPr/>
          <p:nvPr/>
        </p:nvSpPr>
        <p:spPr>
          <a:xfrm>
            <a:off x="8763000" y="6286500"/>
            <a:ext cx="8991600" cy="1524000"/>
          </a:xfrm>
          <a:prstGeom prst="rect">
            <a:avLst/>
          </a:prstGeom>
          <a:noFill/>
          <a:ln w="76200">
            <a:solidFill>
              <a:srgbClr val="CF33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1DA4-5EE2-CADD-5140-C1E608C9B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3438CD9-EA3D-370D-5CAD-C8D895DAD023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Agenda for Day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B596E-4E1C-576D-080B-E612D128621D}"/>
              </a:ext>
            </a:extLst>
          </p:cNvPr>
          <p:cNvSpPr txBox="1"/>
          <p:nvPr/>
        </p:nvSpPr>
        <p:spPr>
          <a:xfrm>
            <a:off x="520861" y="2095500"/>
            <a:ext cx="1439312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Review common real-world data cleaning 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Use Analyze Data to test “before vs after” data quality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Apply core transformations in Power Query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Push your cleaning logic to Dataflows in the cloud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Make clean, governed data available in Dataverse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000" dirty="0">
                <a:solidFill>
                  <a:srgbClr val="707070"/>
                </a:solidFill>
                <a:latin typeface="Pragmatica" panose="020B0403040502020204" pitchFamily="34" charset="0"/>
              </a:rPr>
              <a:t>Prep the foundation for Copilot Studio and the Power Platform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5CAA5E4-3305-D3F9-60C2-4F13A4053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430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0" y="329879"/>
            <a:ext cx="9416969" cy="8986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Demo: Clean in Excel, scale to the cloud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Query in Excel to clean and shape an insurance claims dataset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Publish the same transformation logic to a Dataflow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Apply that logic to enterprise Dataverse tables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one transformation can serve every workflow across the Power Platform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Workbook: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wholesale-customers.xlsx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needs consistent, well defined tables, not one off cleanup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Dataflows give Copilot Studio reliable inputs for reasoning and actions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You cannot build strong copilots without strong data foundations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67003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atin typeface="Aliens &amp; cows" panose="00000500000000000000" pitchFamily="2" charset="0"/>
              </a:rPr>
              <a:t>Day 3 preview: The intelligence layer with Excel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inside Excel to create formulas, charts, and insights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Run Python for analytics, modeling,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See how Agent Mode handles multi step analytical tasks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endParaRPr lang="en-US" sz="5400" dirty="0">
              <a:solidFill>
                <a:srgbClr val="707070"/>
              </a:solidFill>
              <a:latin typeface="Pragmatica" panose="020B0403040502020204" pitchFamily="34" charset="0"/>
            </a:endParaRP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3924</TotalTime>
  <Words>312</Words>
  <Application>Microsoft Office PowerPoint</Application>
  <PresentationFormat>Custom</PresentationFormat>
  <Paragraphs>42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Pragmatica</vt:lpstr>
      <vt:lpstr>Aliens &amp; cows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237</cp:revision>
  <dcterms:created xsi:type="dcterms:W3CDTF">2006-08-16T00:00:00Z</dcterms:created>
  <dcterms:modified xsi:type="dcterms:W3CDTF">2025-11-21T17:22:58Z</dcterms:modified>
  <dc:identifier>DADurESpNu8</dc:identifier>
</cp:coreProperties>
</file>