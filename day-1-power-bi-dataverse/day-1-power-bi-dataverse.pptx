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2"/>
  </p:notesMasterIdLst>
  <p:sldIdLst>
    <p:sldId id="256" r:id="rId2"/>
    <p:sldId id="425" r:id="rId3"/>
    <p:sldId id="426" r:id="rId4"/>
    <p:sldId id="455" r:id="rId5"/>
    <p:sldId id="471" r:id="rId6"/>
    <p:sldId id="407" r:id="rId7"/>
    <p:sldId id="472" r:id="rId8"/>
    <p:sldId id="473" r:id="rId9"/>
    <p:sldId id="415" r:id="rId10"/>
    <p:sldId id="470" r:id="rId11"/>
  </p:sldIdLst>
  <p:sldSz cx="18288000" cy="10287000"/>
  <p:notesSz cx="68580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78463" autoAdjust="0"/>
  </p:normalViewPr>
  <p:slideViewPr>
    <p:cSldViewPr>
      <p:cViewPr varScale="1">
        <p:scale>
          <a:sx n="33" d="100"/>
          <a:sy n="33" d="100"/>
        </p:scale>
        <p:origin x="779" y="25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/>
              <a:t>https://chatgpt.com/c/691fb29d-0794-8331-95af-5fa280ce17fb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tringfestanalytics.com/how-to-understand-the-modern-excel-ai-stack/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AI for Excel in a Week</a:t>
            </a:r>
          </a:p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Day 1: Power BI and Dataverse – The Foundation Layer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77075" y="195640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Free photos of Cleveland">
            <a:extLst>
              <a:ext uri="{FF2B5EF4-FFF2-40B4-BE49-F238E27FC236}">
                <a16:creationId xmlns:a16="http://schemas.microsoft.com/office/drawing/2014/main" id="{CBA53EEE-E3E1-D99E-A4DC-1C4DD2E6CE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5692" y="2968810"/>
            <a:ext cx="5535359" cy="3684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1136" y="2210054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729011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28900"/>
            <a:ext cx="162306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Connect Excel to Power BI and Dataverse for live, governed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repeatable cleaning workflows with Power Query and Dataflows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Copilot, Python, and Agent Mode for analysis and forecasting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Automate Excel tasks with Office Scripts and Power Automate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and connect custom copilots in Copilot Studio for real workflows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Class logistics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All recordings, files used and communication will be on Teams channel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 sure to use your email used to sign up for the course!</a:t>
            </a:r>
          </a:p>
          <a:p>
            <a:pPr marL="1143000" lvl="1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Email me with any questions: </a:t>
            </a:r>
            <a:r>
              <a:rPr lang="en-US" sz="5400" b="1" dirty="0">
                <a:solidFill>
                  <a:srgbClr val="707070"/>
                </a:solidFill>
                <a:latin typeface="Pragmatica" panose="020B0403040502020204" pitchFamily="34" charset="0"/>
              </a:rPr>
              <a:t>george@stringfestanalytics.com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6ACC5-4B11-2B34-2998-BB1C4FC9C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DA2185A-0457-8E44-DEEB-D9AF5A6DD844}"/>
              </a:ext>
            </a:extLst>
          </p:cNvPr>
          <p:cNvSpPr txBox="1"/>
          <p:nvPr/>
        </p:nvSpPr>
        <p:spPr>
          <a:xfrm>
            <a:off x="520861" y="170082"/>
            <a:ext cx="679433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latin typeface="Aliens &amp; cows" panose="00000500000000000000" pitchFamily="2" charset="0"/>
              </a:rPr>
              <a:t>Welcome to the modern Excel AI stack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B40CB128-54BB-AAD9-5F61-2143EA93C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9AB6FFB-7FD0-7057-BC27-8C4B01CE34D2}"/>
              </a:ext>
            </a:extLst>
          </p:cNvPr>
          <p:cNvSpPr txBox="1"/>
          <p:nvPr/>
        </p:nvSpPr>
        <p:spPr>
          <a:xfrm>
            <a:off x="228600" y="8267700"/>
            <a:ext cx="64008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hlinkClick r:id="rId3"/>
              </a:rPr>
              <a:t>https://stringfestanalytics.com/how-to-understand-the-modern-excel-ai-stack/</a:t>
            </a:r>
            <a:r>
              <a:rPr lang="en-US" sz="32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87183-BF8B-3C89-D59E-109566F38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0"/>
            <a:ext cx="10287000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422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6151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Demo: to Excel and back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Excel data model to Power BI semantic model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Power BI semantic model to Dataverse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Dataverse to Excel 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What’s the takeaway for AI?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Workbook: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superstore.xlsx</a:t>
            </a: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E3AC-4FA3-83DA-F79F-26551AD8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FF83F61-9347-B3FC-96FC-70DF3E10AC66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So what for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3AEB3-4E11-C3D4-E894-27B00448C33C}"/>
              </a:ext>
            </a:extLst>
          </p:cNvPr>
          <p:cNvSpPr txBox="1"/>
          <p:nvPr/>
        </p:nvSpPr>
        <p:spPr>
          <a:xfrm>
            <a:off x="520861" y="2095500"/>
            <a:ext cx="14393120" cy="75713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AI depends on clean, governed, trusted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Cloud connected Excel gives Copilot real context and structure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Semantic models teach AI the meaning of your data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Dataverse provides consistent tables and relationships AI can use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Better data foundations mean better prompts, better answers, fewer errors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96DC29E9-117A-CF3F-ECBD-08964AD5B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37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78ECD-3650-0D5D-E084-2ADF90776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2BF29A83-0331-0E10-824A-4833E4760B19}"/>
              </a:ext>
            </a:extLst>
          </p:cNvPr>
          <p:cNvSpPr txBox="1"/>
          <p:nvPr/>
        </p:nvSpPr>
        <p:spPr>
          <a:xfrm>
            <a:off x="520861" y="170082"/>
            <a:ext cx="146429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Aliens &amp; cows" panose="00000500000000000000" pitchFamily="2" charset="0"/>
              </a:rPr>
              <a:t>Day 2: Data cleaning the modern way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8BFEA8-EC1E-D186-8530-6533D3345701}"/>
              </a:ext>
            </a:extLst>
          </p:cNvPr>
          <p:cNvSpPr txBox="1"/>
          <p:nvPr/>
        </p:nvSpPr>
        <p:spPr>
          <a:xfrm>
            <a:off x="520861" y="2095500"/>
            <a:ext cx="1439312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Build repeatable cleaning and shaping steps with Power Query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Publish transformations to the cloud as Dataflows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Feed clean, certified data into Excel and Power BI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Set the stage for reliable AI, automation, and reporting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49376407-AE9F-CCBA-4232-9DA21ADE6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292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3902</TotalTime>
  <Words>276</Words>
  <Application>Microsoft Office PowerPoint</Application>
  <PresentationFormat>Custom</PresentationFormat>
  <Paragraphs>37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Aliens &amp; cows</vt:lpstr>
      <vt:lpstr>Arial</vt:lpstr>
      <vt:lpstr>Calibri</vt:lpstr>
      <vt:lpstr>Pragmatica</vt:lpstr>
      <vt:lpstr>Normafixed Tryout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234</cp:revision>
  <dcterms:created xsi:type="dcterms:W3CDTF">2006-08-16T00:00:00Z</dcterms:created>
  <dcterms:modified xsi:type="dcterms:W3CDTF">2025-11-21T00:56:20Z</dcterms:modified>
  <dc:identifier>DADurESpNu8</dc:identifier>
</cp:coreProperties>
</file>